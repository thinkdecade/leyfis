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143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LEYFIS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28016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infrastructure for institutional DeFi vaults.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280160" y="2423160"/>
            <a:ext cx="5943600" cy="13716"/>
          </a:xfrm>
          <a:prstGeom prst="rect">
            <a:avLst/>
          </a:prstGeom>
          <a:solidFill>
            <a:srgbClr val="122354"/>
          </a:solidFill>
          <a:ln w="12700">
            <a:solidFill>
              <a:srgbClr val="7B92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8016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StableHacks 2026  ·  Institutional Permissioned DeFi Vaults Track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22354"/>
          </a:solidFill>
          <a:ln w="12700">
            <a:solidFill>
              <a:srgbClr val="1223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Leyfis (Old Norse) — formal grant of clearance. Permission to proceed.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capital cannot enter DeFi.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it doesn't want to. Because compliance has no on-chain address.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743200" cy="237744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146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lives off-chain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0352" y="33649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verify users in spreadsheets and PDFs. DeFi vaults have no way to read them.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2331720"/>
            <a:ext cx="2743200" cy="237744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51460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6432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56432" y="33649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demand evidence of who accessed what and when. Permissionless vaults produce none.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2331720"/>
            <a:ext cx="2743200" cy="237744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1460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82512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breach = shutdown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82512" y="3364992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sanctioned wallet interacting with a vault can expose the entire institution to regulatory risk.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has workarounds. Not solutions.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417320"/>
            <a:ext cx="210312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417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192024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1417320"/>
            <a:ext cx="182880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1417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Leyfis advantage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801368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379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Blockpass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1801368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52928" y="18379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KYC SaaS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0" y="1801368"/>
            <a:ext cx="1920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8928" y="183794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on-chain enforcement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0" y="1801368"/>
            <a:ext cx="1828800" cy="621792"/>
          </a:xfrm>
          <a:prstGeom prst="rect">
            <a:avLst/>
          </a:prstGeom>
          <a:solidFill>
            <a:srgbClr val="E8F5F2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42048" y="18379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Solana gate program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459736"/>
            <a:ext cx="2103120" cy="621792"/>
          </a:xfrm>
          <a:prstGeom prst="rect">
            <a:avLst/>
          </a:prstGeom>
          <a:solidFill>
            <a:srgbClr val="EEF3FB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496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TruFin TruSOL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0" y="2459736"/>
            <a:ext cx="2103120" cy="621792"/>
          </a:xfrm>
          <a:prstGeom prst="rect">
            <a:avLst/>
          </a:prstGeom>
          <a:solidFill>
            <a:srgbClr val="EEF3FB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52928" y="24963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KYC-gated staking vault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2459736"/>
            <a:ext cx="1920240" cy="621792"/>
          </a:xfrm>
          <a:prstGeom prst="rect">
            <a:avLst/>
          </a:prstGeom>
          <a:solidFill>
            <a:srgbClr val="EEF3FB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24963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not middleware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0" y="2459736"/>
            <a:ext cx="1828800" cy="621792"/>
          </a:xfrm>
          <a:prstGeom prst="rect">
            <a:avLst/>
          </a:prstGeom>
          <a:solidFill>
            <a:srgbClr val="E8F5F2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42048" y="24963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any vault — protocol agnostic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118104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zkMe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743200" y="3118104"/>
            <a:ext cx="210312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52928" y="3154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identity proofs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0" y="3118104"/>
            <a:ext cx="1920240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focus, not compliance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32320" y="3118104"/>
            <a:ext cx="1828800" cy="621792"/>
          </a:xfrm>
          <a:prstGeom prst="rect">
            <a:avLst/>
          </a:prstGeom>
          <a:solidFill>
            <a:srgbClr val="E8F5F2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FATF-aligned audit trail built in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776472"/>
            <a:ext cx="2103120" cy="621792"/>
          </a:xfrm>
          <a:prstGeom prst="rect">
            <a:avLst/>
          </a:prstGeom>
          <a:solidFill>
            <a:srgbClr val="EEF3FB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813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whitelists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43200" y="3776472"/>
            <a:ext cx="2103120" cy="621792"/>
          </a:xfrm>
          <a:prstGeom prst="rect">
            <a:avLst/>
          </a:prstGeom>
          <a:solidFill>
            <a:srgbClr val="EEF3FB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52928" y="3813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wallet allow-lists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0" y="3776472"/>
            <a:ext cx="1920240" cy="621792"/>
          </a:xfrm>
          <a:prstGeom prst="rect">
            <a:avLst/>
          </a:prstGeom>
          <a:solidFill>
            <a:srgbClr val="EEF3FB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38130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credential, easy to forge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132320" y="3776472"/>
            <a:ext cx="1828800" cy="621792"/>
          </a:xfrm>
          <a:prstGeom prst="rect">
            <a:avLst/>
          </a:prstGeom>
          <a:solidFill>
            <a:srgbClr val="E8F5F2"/>
          </a:solidFill>
          <a:ln w="3810">
            <a:solidFill>
              <a:srgbClr val="D8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38130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SAS attestations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Leyfis is a compliance middleware layer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sits between any Solana vault and the world.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920240"/>
            <a:ext cx="2194560" cy="146304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29968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487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Provider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28163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Bank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Blockpass · zkMe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87168" y="2633472"/>
            <a:ext cx="6400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68880" y="23591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1737360"/>
            <a:ext cx="2743200" cy="18288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745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2404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LEYFIS GATE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291840" y="283464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program reads SAS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2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on wallet.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2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or denies entry.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16752" y="2633472"/>
            <a:ext cx="6400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0" y="23591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wallet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720840" y="1920240"/>
            <a:ext cx="2103120" cy="146304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02996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Vault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720840" y="28163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Solana vault.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agnostic.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319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39044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Attestation Service (SAS) — live on mainnet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9319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49040" y="39044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FATF-aligned audit trail, immutable and exportable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93192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675120" y="39044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clearance: retail · accredited · institutional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wallets. One gate. The difference is everything.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3840480" cy="3291840"/>
          </a:xfrm>
          <a:prstGeom prst="rect">
            <a:avLst/>
          </a:prstGeom>
          <a:solidFill>
            <a:srgbClr val="FDF0F0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3840480" cy="4572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44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 — NO ATTESTATION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  </a:t>
            </a:r>
            <a:pPr indent="0" marL="0">
              <a:buNone/>
            </a:pPr>
            <a:r>
              <a:rPr lang="en-US" sz="120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0xUNVERIFIED...4f2a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status:  </a:t>
            </a:r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Attestation:  </a:t>
            </a:r>
            <a:pPr indent="0" marL="0">
              <a:buNone/>
            </a:pPr>
            <a:r>
              <a:rPr lang="en-US" sz="12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found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2651760" cy="59436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91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ACCESS DENIED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rejected by Leyfis Gate Program.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entry created on-chain.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417320"/>
            <a:ext cx="3840480" cy="3291840"/>
          </a:xfrm>
          <a:prstGeom prst="rect">
            <a:avLst/>
          </a:prstGeom>
          <a:solidFill>
            <a:srgbClr val="F0FAF7"/>
          </a:solidFill>
          <a:ln w="12700">
            <a:solidFill>
              <a:srgbClr val="2AB8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417320"/>
            <a:ext cx="3840480" cy="457200"/>
          </a:xfrm>
          <a:prstGeom prst="rect">
            <a:avLst/>
          </a:prstGeom>
          <a:solidFill>
            <a:srgbClr val="2AB8A0"/>
          </a:solidFill>
          <a:ln w="12700">
            <a:solidFill>
              <a:srgbClr val="2AB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444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 — LEYFIS VERIFIED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  </a:t>
            </a:r>
            <a:pPr indent="0" marL="0">
              <a:buNone/>
            </a:pPr>
            <a:r>
              <a:rPr lang="en-US" sz="120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0xAMINA...9c31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status:  </a:t>
            </a:r>
            <a:pPr indent="0" marL="0">
              <a:buNone/>
            </a:pPr>
            <a:r>
              <a:rPr lang="en-US" sz="1200" b="1" dirty="0">
                <a:solidFill>
                  <a:srgbClr val="2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Attestation:  </a:t>
            </a:r>
            <a:pPr indent="0" marL="0">
              <a:buNone/>
            </a:pPr>
            <a:r>
              <a:rPr lang="en-US" sz="1200" dirty="0">
                <a:solidFill>
                  <a:srgbClr val="2A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· SAS #0x8f3c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3291840"/>
            <a:ext cx="2651760" cy="594360"/>
          </a:xfrm>
          <a:prstGeom prst="rect">
            <a:avLst/>
          </a:prstGeom>
          <a:solidFill>
            <a:srgbClr val="2AB8A0"/>
          </a:solidFill>
          <a:ln w="12700">
            <a:solidFill>
              <a:srgbClr val="2AB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3291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 GRANTED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977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interaction proceeds. Immutable audit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written to Solana mainnet.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just arrived.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institutional capital is waiting.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874520"/>
            <a:ext cx="2651760" cy="219456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capital seeking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DeFi access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874520"/>
            <a:ext cx="2651760" cy="219456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2880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Attestation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live on mainnet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51760" cy="219456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17920" y="2880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vault-agnostic compliance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layers built yet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27939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ACL (sRFC37) + SAS launched in 2025. Nobody has built the compliance layer on top. That window is open now.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Bank can pilot Leyfis tomorrow.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rebuild. No new vault. Wrap what you have.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51760" cy="233172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1680"/>
            <a:ext cx="265176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an existing vault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Leyfis Gate Program around any Solana vault you already operate. One transaction.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51760" cy="233172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011680"/>
            <a:ext cx="265176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KYC provider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your existing KYC flow via Blockpass or native SAS attestation issuer. No new onboarding.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51760" cy="2331720"/>
          </a:xfrm>
          <a:prstGeom prst="rect">
            <a:avLst/>
          </a:prstGeom>
          <a:solidFill>
            <a:srgbClr val="122354"/>
          </a:solidFill>
          <a:ln w="6350">
            <a:solidFill>
              <a:srgbClr val="7B92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011680"/>
            <a:ext cx="2651760" cy="43891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0299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with a regulator-ready audit trail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30175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 attempt logged on-chain. Exportable. Timestamped. Tamper-proof.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22354"/>
          </a:solidFill>
          <a:ln w="12700">
            <a:solidFill>
              <a:srgbClr val="1223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B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leyfis.io  ·  Built on Solana Attestation Service  ·  StableHacks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Leyfis — StableHacks 2026</dc:title>
  <dc:subject>PptxGenJS Presentation</dc:subject>
  <dc:creator>Leyfis</dc:creator>
  <cp:lastModifiedBy>Leyfis</cp:lastModifiedBy>
  <cp:revision>1</cp:revision>
  <dcterms:created xsi:type="dcterms:W3CDTF">2026-03-22T12:57:52Z</dcterms:created>
  <dcterms:modified xsi:type="dcterms:W3CDTF">2026-03-22T12:57:52Z</dcterms:modified>
</cp:coreProperties>
</file>